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E7EE30-6FB3-4425-A8EC-688AE0E319FE}" type="datetimeFigureOut"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5425" y="1524000"/>
            <a:ext cx="7308850" cy="4113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5813"/>
            <a:ext cx="5486400" cy="47990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77638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77638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897278-16A0-4389-839B-EE4C8F57A5C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758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_img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_img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46304" cy="146304"/>
          </a:xfrm>
          <a:prstGeom prst="ellipse">
            <a:avLst/>
          </a:prstGeom>
          <a:solidFill>
            <a:srgbClr val="E6007E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7490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60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the next two slides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3502152" cy="960120"/>
          </a:xfrm>
          <a:prstGeom prst="roundRect">
            <a:avLst>
              <a:gd name="adj" fmla="val 7619"/>
            </a:avLst>
          </a:prstGeom>
          <a:solidFill>
            <a:srgbClr val="F5F5F7"/>
          </a:solidFill>
          <a:ln w="12700">
            <a:solidFill>
              <a:srgbClr val="E6E6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627632"/>
            <a:ext cx="182880" cy="182880"/>
          </a:xfrm>
          <a:prstGeom prst="ellipse">
            <a:avLst/>
          </a:prstGeom>
          <a:solidFill>
            <a:srgbClr val="6E6E7A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68680" y="18836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the file's own tags, metadata &amp; colours and fixes by script. No human needed.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1417320"/>
            <a:ext cx="3502152" cy="960120"/>
          </a:xfrm>
          <a:prstGeom prst="roundRect">
            <a:avLst>
              <a:gd name="adj" fmla="val 7619"/>
            </a:avLst>
          </a:prstGeom>
          <a:solidFill>
            <a:srgbClr val="F5F5F7"/>
          </a:solidFill>
          <a:ln w="12700">
            <a:solidFill>
              <a:srgbClr val="E6E6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1627632"/>
            <a:ext cx="182880" cy="182880"/>
          </a:xfrm>
          <a:prstGeom prst="ellipse">
            <a:avLst/>
          </a:prstGeom>
          <a:solidFill>
            <a:srgbClr val="E6007E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 (LLM / vision)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26280" y="18836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reads content or images to detect, judge or draft. A human then confirms.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55280" y="1417320"/>
            <a:ext cx="3502152" cy="960120"/>
          </a:xfrm>
          <a:prstGeom prst="roundRect">
            <a:avLst>
              <a:gd name="adj" fmla="val 7619"/>
            </a:avLst>
          </a:prstGeom>
          <a:solidFill>
            <a:srgbClr val="F5F5F7"/>
          </a:solidFill>
          <a:ln w="12700">
            <a:solidFill>
              <a:srgbClr val="E6E6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1627632"/>
            <a:ext cx="182880" cy="182880"/>
          </a:xfrm>
          <a:prstGeom prst="ellipse">
            <a:avLst/>
          </a:prstGeom>
          <a:solidFill>
            <a:srgbClr val="26262E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/ AT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183880" y="18836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specialist or assistive-tech tester verifies and signs off the result.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26974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60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TERMS  (how we detect)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017520"/>
            <a:ext cx="5074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parse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the document's own tags, metadata and colour values — gives a clear pass/fail.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3767328"/>
            <a:ext cx="5074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Static, flag only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spots risk signals but can't confirm pass/fail without running the file; sent to a human.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4517136"/>
            <a:ext cx="5074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detect / scan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finds the issue: a foreign-language passage, a sensory instruction, text inside an image.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266944"/>
            <a:ext cx="5074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judge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rates quality — is the heading descriptive? does the link text make sense?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080760" y="2697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60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TERMS  (how we fix)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80760" y="3017520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platform fix (auto-tag, auto-set, auto-recolour) — runs without a human.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080760" y="3767328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 / rewrite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generates the fix (alt text, reworded cue, link text); a human then approves it.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080760" y="4517136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→ text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an image of text into real, selectable, taggable text.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080760" y="5266944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Human  /  + Design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specialist (or designer) validates and signs off before it counts.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89788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FBF3F8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8978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6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human?  </a:t>
            </a:r>
            <a:r>
              <a:rPr lang="en-US" sz="1050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specific reason a person must sign off, even when the platform does the heavy lifting.        </a:t>
            </a:r>
            <a:r>
              <a:rPr lang="en-US" sz="1050" b="1" dirty="0">
                <a:solidFill>
                  <a:srgbClr val="E6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</a:t>
            </a:r>
            <a:r>
              <a:rPr lang="en-US" sz="1050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PDFs / fillable forms only — not static documents.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27455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Mova iO AccessOps  ·  Documents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88825" cy="6858000"/>
          <a:chOff x="0" y="0"/>
          <a:chExt cx="12188825" cy="6858000"/>
        </a:xfrm>
      </p:grpSpPr>
      <p:pic>
        <p:nvPicPr>
          <p:cNvPr id="2" name="Slide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82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88825" cy="6858000"/>
          <a:chOff x="0" y="0"/>
          <a:chExt cx="12188825" cy="6858000"/>
        </a:xfrm>
      </p:grpSpPr>
      <p:pic>
        <p:nvPicPr>
          <p:cNvPr id="2" name="Slide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82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3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2</cp:revision>
  <dcterms:created xsi:type="dcterms:W3CDTF">2026-06-22T20:00:45Z</dcterms:created>
  <dcterms:modified xsi:type="dcterms:W3CDTF">2026-06-22T20:26:00Z</dcterms:modified>
</cp:coreProperties>
</file>