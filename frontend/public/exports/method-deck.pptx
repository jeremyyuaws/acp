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03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" y="374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 &amp;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0408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remediation by check  (1 of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46304" cy="146304"/>
          </a:xfrm>
          <a:prstGeom prst="ellipse">
            <a:avLst/>
          </a:prstGeom>
          <a:solidFill>
            <a:srgbClr val="6E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 (static parse / auto-fix)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46304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50208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(LLM / vision)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73014" y="1463040"/>
            <a:ext cx="146304" cy="146304"/>
          </a:xfrm>
          <a:prstGeom prst="ellipse">
            <a:avLst/>
          </a:prstGeom>
          <a:solidFill>
            <a:srgbClr val="262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92470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/ AT sign-off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572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human?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&amp; reading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Tagged 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tag tree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Auto-tag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 must match real 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reading order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sequence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correctness needs judgment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Heading hierarchy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levels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Auto-tag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 must match the outline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Lists structured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list tags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Auto-convert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list vs visual layout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in metadata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metadata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Auto-set (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-derived)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EAE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&amp;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language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Auto-set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EAE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of parts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detect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Auto-tag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EAE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text, not images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— OCR / vision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OCR→text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OCR accuracy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reflows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(via tags)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Auto-tag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reflow after tagging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shape / location cues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— text scan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rewrite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Reword must keep 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‘Auto-’ = deterministic platform fix.  Metadata &amp; language fixes are fully automated; everything else closes with human sign-off.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Mova iO AccessOps  ·  Documents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6112" y="374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 &amp;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0408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remediation by check  (2 of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46304" cy="146304"/>
          </a:xfrm>
          <a:prstGeom prst="ellipse">
            <a:avLst/>
          </a:prstGeom>
          <a:solidFill>
            <a:srgbClr val="6E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 (static parse / auto-fix)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30752" y="146304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50208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(LLM / vision)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73014" y="1463040"/>
            <a:ext cx="146304" cy="146304"/>
          </a:xfrm>
          <a:prstGeom prst="ellipse">
            <a:avLst/>
          </a:prstGeom>
          <a:solidFill>
            <a:srgbClr val="262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92470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/ AT sign-off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572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human?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color &amp; contrast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 text for images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missing alt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/ vision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draft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Alt-text quality is subjective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Decorative = artifacts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Auto-mark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Decorative vs meaningful 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contrast ≥ 4.5:1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compute ratio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Auto-recolor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Recolor must respect 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 not sole cue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/ vision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cue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cue is a design choice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Graphic contrast ≥ 3:1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Auto-recolor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Recolor must preserve 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gridSpan="5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Tables, links &amp; interactive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header cells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table tags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Auto-set headers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tables need a 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Descriptive link 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+ </a:t>
                      </a: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judge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rewrite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must match destination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Bookmarks to navigate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outline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Auto-generate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navigation 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fields labeled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field / label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00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label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must match field purpose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0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PDF/UA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locked vs. 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— permissions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Auto-unlock + </a:t>
                      </a:r>
                      <a:r>
                        <a:rPr lang="en-US" sz="1000" b="1" dirty="0">
                          <a:solidFill>
                            <a:srgbClr val="26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E6E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 AT access &amp; security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Interactive-form checks (3.3.2, plus focus order / name-role-value) apply only when the document contains a fillable form.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Mova iO AccessOps  ·  Documents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462</Words>
  <Application>Microsoft Office PowerPoint</Application>
  <PresentationFormat>Custom</PresentationFormat>
  <Paragraphs>132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Devanathan Desikan</cp:lastModifiedBy>
  <cp:revision>1</cp:revision>
  <dcterms:created xsi:type="dcterms:W3CDTF">2026-06-21T21:10:41Z</dcterms:created>
  <dcterms:modified xsi:type="dcterms:W3CDTF">2026-06-22T15:45:26Z</dcterms:modified>
</cp:coreProperties>
</file>