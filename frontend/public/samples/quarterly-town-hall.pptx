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Quarterly Update 1</a:t>
            </a:r>
          </a:p>
        </p:txBody>
      </p:sp>
      <p:pic>
        <p:nvPicPr>
          <p:cNvPr id="3" name="Picture 2" descr="sample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4572000" cy="26376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ample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4572000" cy="26376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Quarterly Update 3</a:t>
            </a:r>
          </a:p>
        </p:txBody>
      </p:sp>
      <p:pic>
        <p:nvPicPr>
          <p:cNvPr id="3" name="Picture 2" descr="sample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4572000" cy="263769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ample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4572000" cy="26376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Quarterly Update 5</a:t>
            </a:r>
          </a:p>
        </p:txBody>
      </p:sp>
      <p:pic>
        <p:nvPicPr>
          <p:cNvPr id="3" name="Picture 2" descr="sample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4572000" cy="26376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ample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4572000" cy="26376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