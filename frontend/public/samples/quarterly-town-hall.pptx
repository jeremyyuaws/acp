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Quarterly Update 1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63040"/>
            <a:ext cx="4572000" cy="263769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63040"/>
            <a:ext cx="4572000" cy="263769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Quarterly Update 3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63040"/>
            <a:ext cx="4572000" cy="263769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63040"/>
            <a:ext cx="4572000" cy="263769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Quarterly Update 5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63040"/>
            <a:ext cx="4572000" cy="263769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63040"/>
            <a:ext cx="4572000" cy="263769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