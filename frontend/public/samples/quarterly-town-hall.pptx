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
    Target="ppt/presentation.xml"/>
  <Relationship Id="rId2" Type="http://schemas.openxmlformats.org/package/2006/relationships/metadata/core-properties"
    Target="docProps/core.xml"/>
  <Relationship Id="rId3" Type="http://schemas.openxmlformats.org/officeDocument/2006/relationships/extended-properties"
    Target="docProps/app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sldSz cx="9144000" cy="5143500"/>
  <p:notesSz cx="6858000" cy="9144000"/>
  <p:sldIdLst>
    <p:sldId id="256" r:id="rId2"/>
    <p:sldId id="257" r:id="rId3"/>
    <p:sldId id="258" r:id="rId4"/>
    <p:sldId id="259" r:id="rId5"/>
    <p:sldId id="260" r:id="rId6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
    Target="slideMasters/slideMaster1.xml"/>
  <Relationship Id="rId2" Type="http://schemas.openxmlformats.org/officeDocument/2006/relationships/slide"
    Target="slides/slide1.xml"/>
  <Relationship Id="rId3" Type="http://schemas.openxmlformats.org/officeDocument/2006/relationships/slide"
    Target="slides/slide2.xml"/>
  <Relationship Id="rId4" Type="http://schemas.openxmlformats.org/officeDocument/2006/relationships/slide"
    Target="slides/slide3.xml"/>
  <Relationship Id="rId5" Type="http://schemas.openxmlformats.org/officeDocument/2006/relationships/slide"
    Target="slides/slide4.xml"/>
  <Relationship Id="rId6" Type="http://schemas.openxmlformats.org/officeDocument/2006/relationships/slide"
    Target="slides/slide5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
   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>
  <p:cSld name="Blank"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  <Relationship Id="rId2" Type="http://schemas.openxmlformats.org/officeDocument/2006/relationships/theme"
    Target="../theme/theme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chart_revenue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chart_headcount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chart_satisfaction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1371600"/>
            <a:ext cx="82296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dirty="0">
                <a:b/>
              </a:rPr>
              <a:t>Q2 2026 Quarterly Town Hall</a:t>
            </a:r>
          </a:p>
        </p:txBody>
      </p:sp>
      <p:sp>
        <p:nvSpPr>
          <p:cNvPr id="3" name="Subtitle"/>
          <p:cNvSpPr>
            <a:spLocks noGrp="1"/>
          </p:cNvSpPr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dirty="0"/>
              <a:t>UT Southwestern Medical Center  ·  June 19, 2026</a:t>
            </a:r>
          </a:p>
        </p:txBody>
      </p:sp>
      <p:sp>
        <p:nvSpPr>
          <p:cNvPr id="4" name="Presenter"/>
          <p:cNvSpPr>
            <a:spLocks noGrp="1"/>
          </p:cNvSpPr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400" dirty="0"/>
              <a:t>Presented by Jordan Rivera, Chief Operating Officer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hart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868680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 standalone="yes"?>
<p:sld xmlns:a="http://schemas.openxmlformats.org/drawingml/2006/main"
  xmlns:p="http://schemas.openxmlformats.org/presentationml/2006/main"
  xmlns:r="http://schemas.openxmlformats.org/officeDocument/2006/relationships">
  <p:cSld><p:spTree>
    <p:nvGrpSpPr><p:cNvPr id="1" name=""/><p:cNvGrpSpPr/><p:nvPr/></p:nvGrpSpPr>
    <p:grpSpPr/>
    <p:sp>
  <p:nvSpPr>
    <p:cNvPr id="2" name="Title"/>
    <p:cNvSpPr><a:spLocks noGrp="1"/></p:cNvSpPr>
    <p:nvPr/>
  </p:nvSpPr>
  <p:spPr>
    <a:xfrm><a:off x="457200" y="137160"/><a:ext cx="8229600" cy="685800"/></a:xfrm>
    <a:prstGeom prst="rect"><a:avLst/></a:prstGeom>
    <a:noFill/>
  </p:spPr>
  <p:txBody>
    <a:bodyPr/>
    <a:lstStyle/>
    <a:p><a:r><a:rPr lang="en-US" sz="2400" dirty="0"><a:b/></a:rPr><a:t>Workforce & Headcount</a:t></a:r></a:p>
  </p:txBody>
</p:sp><p:pic>
  <p:nvPicPr>
    <p:cNvPr id="3" name="Chart 2"/>
    <p:cNvPicPr><a:picLocks noChangeAspect="1"/></p:cNvPicPr>
    <p:nvPr/>
  </p:nvPicPr>
  <p:blipFill>
    <a:blip r:embed="rId2"/>
    <a:stretch><a:fillRect/></a:stretch>
  </p:blipFill>
  <p:spPr>
    <a:xfrm><a:off x="228600" y="685800"/><a:ext cx="8686800" cy="4228020"/></a:xfrm>
    <a:prstGeom prst="rect"><a:avLst/></a:prstGeom>
  </p:spPr>
</p:pic>
  </p:spTree></p:cSld>
  <p:clrMapOvr><a:masterClrMapping/>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hart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868680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137160"/>
            <a:ext cx="8229600" cy="6858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400" dirty="0">
                <a:b/>
              </a:rPr>
              <a:t>H2 2026 Strategic Priorities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dirty="0"/>
              <a:t>Electronic Health Records migration — go-live August 1</a:t>
            </a:r>
          </a:p>
        </p:txBody>
      </p:sp>
      <p:sp>
        <p:nvSpPr>
          <p:cNvPr id="4" name="Body2"/>
          <p:cNvSpPr>
            <a:spLocks noGrp="1"/>
          </p:cNvSpPr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dirty="0"/>
              <a:t>Telehealth expansion — 4 new clinics in Southwest region</a:t>
            </a:r>
          </a:p>
        </p:txBody>
      </p:sp>
      <p:sp>
        <p:nvSpPr>
          <p:cNvPr id="5" name="Body3"/>
          <p:cNvSpPr>
            <a:spLocks noGrp="1"/>
          </p:cNvSpPr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dirty="0"/>
              <a:t>Staff retention program — $2.4M investment, Phase 1 launched</a:t>
            </a:r>
          </a:p>
        </p:txBody>
      </p:sp>
      <p:sp>
        <p:nvSpPr>
          <p:cNvPr id="6" name="Body4"/>
          <p:cNvSpPr>
            <a:spLocks noGrp="1"/>
          </p:cNvSpPr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dirty="0"/>
              <a:t>WCAG 2.1 AA accessibility compliance — 100% of patient-facing portals by Q4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lastClr="000000" val="windowText"/>
      </a:dk1>
      <a:lt1>
        <a:sysClr lastClr="FFFFFF"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Jordan Rivera</dc:creator>
  <cp:lastModifiedBy>Jordan Rivera</cp:lastModifiedBy>
  <dcterms:created xsi:type="dcterms:W3CDTF">2026-06-19T08:00:00Z</dcterms:created>
</cp:coreProperties>
</file>