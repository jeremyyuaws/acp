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Agreement is entered into between the parties and sets out the terms, obligations, representations, warranties, and governing law applicable to the engagement described herein.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