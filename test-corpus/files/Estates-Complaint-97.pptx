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Estates Complaint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undersigned acknowledges the confidential and privileged nature of the materials disclosed and agrees to the restrictions on use and further disclosure of such information set forth below.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