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example.com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Accessibility Compliance Guide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4572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>
                <a:hlinkClick r:id="rId2"/>
              </a:rPr>
              <a:t>click here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