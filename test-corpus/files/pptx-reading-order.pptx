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20040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Bottom (created first)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Middle (created second)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Top (created third)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