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Litigation Discovery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Comes now the Plaintiff, by and through undersigned counsel, and respectfully submits the following memorandum of points and authorities in support of the motion now before this Court.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