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Annual Results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+42%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CCCC"/>
                </a:solidFill>
              </a:rPr>
              <a:t>This slide has very low contrast text that fails WCAG 1.4.3.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