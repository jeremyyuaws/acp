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summary captures the key outcomes from the quarter, including progress against objectives, open risks, and recommended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