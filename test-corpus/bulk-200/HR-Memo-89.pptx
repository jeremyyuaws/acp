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outlines the responsibilities, procedures, and standards that apply across the organisation. All staff are expected to review it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