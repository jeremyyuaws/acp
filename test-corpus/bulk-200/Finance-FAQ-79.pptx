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read the sections below carefully. They describe the process, the required approvals, and the escalation path for exceptions.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