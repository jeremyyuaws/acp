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commitment is to clear, accessible communication. This material is part of an ongoing effort to keep records accurate, current,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