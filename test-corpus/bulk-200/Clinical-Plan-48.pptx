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report details findings and observations gathered during the review period, along with their severity and the owners assigned to each item.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