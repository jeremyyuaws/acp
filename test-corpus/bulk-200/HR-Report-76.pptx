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read the sections below carefully. They describe the process, the required approvals, and the escalation path for exceptions.</a:t>
            </a:r>
          </a:p>
          <a:p>
            <a:r>
              <a:t>Employee SSN: 078-05-1120</a:t>
            </a:r>
          </a:p>
          <a:p>
            <a:r>
              <a:t>Card on file: 5105 1051 0510 5100</a:t>
            </a:r>
          </a:p>
          <a:p>
            <a:r>
              <a:t>Email: r.lee@example.org · Phone: (415) 555-0142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