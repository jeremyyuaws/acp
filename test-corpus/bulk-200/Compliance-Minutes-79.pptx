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summary captures the key outcomes from the quarter, including progress against objectives, open risks, and recommended next steps.</a:t>
            </a:r>
          </a:p>
          <a:p>
            <a:r>
              <a:t>Contact: k.brown@example.co · 650-555-0118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