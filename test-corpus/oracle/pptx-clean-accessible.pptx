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Strategy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to WCAG 2.1 AA across all digital touchpoints.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Audit complete</a:t>
            </a:r>
          </a:p>
          <a:p>
            <a:r>
              <a:t>Q2: Critical fixes shipped</a:t>
            </a:r>
          </a:p>
          <a:p>
            <a:r>
              <a:t>Q3: AA conformance achieved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accessibility@example.com | +1 800 555 0100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