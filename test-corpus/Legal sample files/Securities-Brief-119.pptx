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1: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2</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2: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pic>
        <p:nvPicPr>
          <p:cNvPr id="5" name="Picture 4" descr="image.png"/>
          <p:cNvPicPr>
            <a:picLocks noChangeAspect="1"/>
          </p:cNvPicPr>
          <p:nvPr/>
        </p:nvPicPr>
        <p:blipFill>
          <a:blip r:embed="rId2"/>
          <a:stretch>
            <a:fillRect/>
          </a:stretch>
        </p:blipFill>
        <p:spPr>
          <a:xfrm>
            <a:off x="5486400" y="914400"/>
            <a:ext cx="2194560" cy="1463040"/>
          </a:xfrm>
          <a:prstGeom prst="rect">
            <a:avLst/>
          </a:prstGeom>
        </p:spPr>
      </p:pic>
      <p:sp>
        <p:nvSpPr>
          <p:cNvPr id="6" name="TextBox 5"/>
          <p:cNvSpPr txBox="1"/>
          <p:nvPr/>
        </p:nvSpPr>
        <p:spPr>
          <a:xfrm>
            <a:off x="457200" y="182880"/>
            <a:ext cx="3657600" cy="548640"/>
          </a:xfrm>
          <a:prstGeom prst="rect">
            <a:avLst/>
          </a:prstGeom>
          <a:noFill/>
        </p:spPr>
        <p:txBody>
          <a:bodyPr wrap="none">
            <a:spAutoFit/>
          </a:bodyPr>
          <a:lstStyle/>
          <a:p>
            <a:r>
              <a:t>(footer-note added last but sits at top)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3: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4</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4: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5: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6</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6: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7: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