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Retainer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Pursuant to the applicable rules of civil procedure, the responding party objects to and answers each request below, reserving all rights, privileges, and objections available under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