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 &amp; A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memorandum summarises the relevant facts, the applicable statutory and case authority, and our analysis of the legal questions presented, together with our recommendations to the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