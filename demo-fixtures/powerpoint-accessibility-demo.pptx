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methodology" TargetMode="External"/><Relationship Id="rId3" Type="http://schemas.openxmlformats.org/officeDocument/2006/relationships/hyperlink" Target="https://example.com/scor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a:r>
              <a:t>Le rapport trimestriel montre une croissance significative des revenus dans toutes les régions européennes cette année.  To approve the request, click the large round green button located in the bottom-right corner of the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4114800"/>
          </a:xfrm>
          <a:prstGeom prst="rect">
            <a:avLst/>
          </a:prstGeom>
          <a:noFill/>
        </p:spPr>
        <p:txBody>
          <a:bodyPr wrap="square">
            <a:spAutoFit/>
          </a:bodyPr>
          <a:lstStyle/>
          <a:p>
            <a:r>
              <a:t>Notwithstanding the aforementioned contractual stipulations, the counterparties hereby irrevocably acknowledge that the indemnification obligations enumerated throughout the preceding paragraphs shall remain operative in perpetuity, insofar as such obligations are not subsequently extinguished by a superseding instrument executed with commensurate formality and corresponding authority.Notwithstanding the aforementioned contractual stipulations, the counterparties hereby irrevocably acknowledge that the indemnification obligations enumerated throughout the preceding paragraphs shall remain operative in perpetuity, insofar as such obligations are not subsequently extinguished by a superseding instrument executed with commensurate formality and corresponding authority.Notwithstanding the aforementioned contractual stipulations, the counterparties hereby irrevocably acknowledge that the indemnification obligations enumerated throughout the preceding paragraphs shall remain operative in perpetuity, insofar as such obligations are not subsequently extinguished by a superseding instrument executed with commensurate formality and corresponding authority.Notwithstanding the aforementioned contractual stipulations, the counterparties hereby irrevocably acknowledge that the indemnification obligations enumerated throughout the preceding paragraphs shall remain operative in perpetuity, insofar as such obligations are not subsequently extinguished by a superseding instrument executed with commensurate formality and corresponding authority.</a:t>
            </a:r>
          </a:p>
          <a:p>
            <a:r>
              <a:rPr>
                <a:hlinkClick r:id="rId2"/>
              </a:rPr>
              <a:t>click here</a:t>
            </a:r>
          </a:p>
          <a:p>
            <a:r>
              <a:rPr>
                <a:hlinkClick r:id="rId3"/>
              </a:rPr>
              <a:t>click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57200" y="457200"/>
            <a:ext cx="2743200" cy="1371600"/>
          </a:xfrm>
          <a:prstGeom prst="rect">
            <a:avLst/>
          </a:prstGeom>
        </p:spPr>
      </p:pic>
      <p:pic>
        <p:nvPicPr>
          <p:cNvPr id="3" name="Picture 2" descr="image.png"/>
          <p:cNvPicPr>
            <a:picLocks noChangeAspect="1"/>
          </p:cNvPicPr>
          <p:nvPr/>
        </p:nvPicPr>
        <p:blipFill>
          <a:blip r:embed="rId3"/>
          <a:stretch>
            <a:fillRect/>
          </a:stretch>
        </p:blipFill>
        <p:spPr>
          <a:xfrm>
            <a:off x="3657600" y="457200"/>
            <a:ext cx="4114800"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